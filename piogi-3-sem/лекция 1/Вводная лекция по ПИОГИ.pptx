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4"/>
  </p:notesMasterIdLst>
  <p:handoutMasterIdLst>
    <p:handoutMasterId r:id="rId25"/>
  </p:handout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98E5F0A0-0621-46B4-8695-F905D7811112}">
          <p14:sldIdLst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7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2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E51D080-0FA4-452C-BE9C-57B885F95115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8A2903-BD5A-4833-B0CA-AB5B8165171B}" type="datetime1">
              <a:rPr lang="ru-RU" smtClean="0"/>
              <a:t>02.09.2025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  <a:cs typeface="FreesiaUPC" panose="020B0502040204020203" pitchFamily="34" charset="-34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4DAEB3-2211-4CA3-9D23-0143FCF3926F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FA117-2261-4A1D-8BE7-0B7E6A1366C0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9279E9-B6DA-4AB3-A7CE-B748E56BEA69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CF7452-61A3-4CDC-ACAB-74E5B4A7EF57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D00952-BE77-47A2-BE29-2226E2D6BB12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D5EF43-AECB-4459-AE90-3AFB54138C76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D0FAC8F-653F-479B-B209-9F30C9091843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6FD9FC9-5FD1-4E3B-B719-212F55599717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2E9B35-0826-45CC-9C2C-707B22DFAA83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C0063D-EDF2-4190-A726-B9B651F864E7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428A7F57-8526-4A03-89D8-FFB0245E6649}" type="datetime1">
              <a:rPr lang="ru-RU" smtClean="0"/>
              <a:t>02.09.2025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ru" sz="7200" dirty="0"/>
              <a:t>Вводная лекция по ПИОГИ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ru" sz="2400" dirty="0"/>
              <a:t>Всем привет с вами демон и андроид</a:t>
            </a:r>
            <a:endParaRPr lang="ru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Рисунок 4" descr="Изображение здания, места для сидения, скамейки, вид сбоку&#10;&#10;Автоматически созданное описание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 rtlCol="0">
            <a:normAutofit/>
          </a:bodyPr>
          <a:lstStyle/>
          <a:p>
            <a:pPr rtl="0"/>
            <a:r>
              <a:rPr lang="ru" dirty="0">
                <a:solidFill>
                  <a:srgbClr val="FFFFFF"/>
                </a:solidFill>
              </a:rPr>
              <a:t>— ловит даже на лекции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D2B3B06-2A73-AC42-5040-229ACEECC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74" y="652127"/>
            <a:ext cx="7000875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3214474F-B56E-496B-970C-D8064CBF8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158" y="747377"/>
            <a:ext cx="45720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A0149F-B0AD-7E83-0E38-7F667AD72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314" y="2318392"/>
            <a:ext cx="3206719" cy="231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8421C-EAF1-492A-02E2-F1CB544C7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было \ что будет?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C9FA57-F8A9-B890-FA23-24F2122A9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3200" dirty="0"/>
              <a:t>Информатика (база)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 err="1"/>
              <a:t>Пиоги</a:t>
            </a:r>
            <a:r>
              <a:rPr lang="ru-RU" sz="3200" dirty="0"/>
              <a:t> 1 (ГУИ)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 err="1"/>
              <a:t>Пиоги</a:t>
            </a:r>
            <a:r>
              <a:rPr lang="ru-RU" sz="3200" dirty="0"/>
              <a:t> </a:t>
            </a:r>
            <a:r>
              <a:rPr lang="en-US" sz="3200" dirty="0"/>
              <a:t>II</a:t>
            </a:r>
            <a:r>
              <a:rPr lang="ru-RU" sz="3200" dirty="0"/>
              <a:t> (</a:t>
            </a:r>
            <a:r>
              <a:rPr lang="ru-RU" sz="3200" dirty="0" err="1"/>
              <a:t>ООП+гит</a:t>
            </a:r>
            <a:r>
              <a:rPr lang="ru-RU" sz="3200" dirty="0"/>
              <a:t>)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2C13C-B6D1-E98C-35D1-6F43E7C26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54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0D75B-1686-F6EC-1547-1201EF57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версий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A994DD-532F-1068-2A39-5B87716E4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Система контроля версий (СКВ, VCS -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Version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Control System) - это инструмент, который сохраняет историю изменений в файлах проекта (не обязательно чисто программирование), позволяя разработчикам отслеживать изменения и управлять версиями кода (или текста). </a:t>
            </a:r>
          </a:p>
          <a:p>
            <a:r>
              <a:rPr lang="ru-RU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Основная цель СКВ - и упорядочить работу над проектом.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34227B-882C-6300-474B-F7BF3AED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14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Дано: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/>
              <a:t>Физика скоро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/>
              <a:t>40 билетов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/>
              <a:t>Любой текстовой редактор</a:t>
            </a:r>
          </a:p>
          <a:p>
            <a:pPr>
              <a:buFont typeface="Wingdings" panose="05000000000000000000" pitchFamily="2" charset="2"/>
              <a:buChar char="q"/>
            </a:pPr>
            <a:endParaRPr lang="ru-RU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 err="1"/>
              <a:t>Нанавижу</a:t>
            </a:r>
            <a:r>
              <a:rPr lang="ru-RU" sz="2800" dirty="0"/>
              <a:t> гугл </a:t>
            </a:r>
            <a:r>
              <a:rPr lang="ru-RU" sz="2800" dirty="0" err="1"/>
              <a:t>докс</a:t>
            </a:r>
            <a:endParaRPr lang="ru-RU" sz="28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9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В </a:t>
            </a:r>
            <a:r>
              <a:rPr lang="ru-RU" sz="2800" dirty="0" err="1"/>
              <a:t>Git</a:t>
            </a:r>
            <a:r>
              <a:rPr lang="ru-RU" sz="2800" dirty="0"/>
              <a:t> каждый работает в своей локальной копии. Леха не может случайно затереть работу Светы. Он может затереть только свою. Все изменения сливаются вместе в общую версию осознанно, а не по факту нажатия клавиши.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30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Три Состояния Ответа на Билет </a:t>
            </a:r>
          </a:p>
          <a:p>
            <a:r>
              <a:rPr lang="ru-RU" sz="2800" dirty="0"/>
              <a:t>1. Рабочий стол (</a:t>
            </a:r>
            <a:r>
              <a:rPr lang="en-US" sz="2800" dirty="0"/>
              <a:t>Working Directory)</a:t>
            </a:r>
            <a:endParaRPr lang="ru-RU" sz="2800" dirty="0"/>
          </a:p>
          <a:p>
            <a:r>
              <a:rPr lang="ru-RU" sz="2800" dirty="0"/>
              <a:t>2. На проверку (</a:t>
            </a:r>
            <a:r>
              <a:rPr lang="en-US" sz="2800" dirty="0"/>
              <a:t>Staging Area</a:t>
            </a:r>
            <a:r>
              <a:rPr lang="ru-RU" sz="2800" dirty="0"/>
              <a:t>)</a:t>
            </a:r>
          </a:p>
          <a:p>
            <a:r>
              <a:rPr lang="ru-RU" sz="2800" dirty="0"/>
              <a:t>3. Архив (</a:t>
            </a:r>
            <a:r>
              <a:rPr lang="en-US" sz="2800" dirty="0"/>
              <a:t>Repository)</a:t>
            </a:r>
            <a:endParaRPr lang="ru-RU" sz="28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82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•	</a:t>
            </a:r>
            <a:r>
              <a:rPr lang="ru-RU" sz="2800" dirty="0" err="1"/>
              <a:t>git</a:t>
            </a:r>
            <a:r>
              <a:rPr lang="ru-RU" sz="2800" dirty="0"/>
              <a:t> </a:t>
            </a:r>
            <a:r>
              <a:rPr lang="ru-RU" sz="2800" dirty="0" err="1"/>
              <a:t>init</a:t>
            </a:r>
            <a:r>
              <a:rPr lang="ru-RU" sz="2800" dirty="0"/>
              <a:t> – "Создать папку для подготовки": Леха создает папку </a:t>
            </a:r>
            <a:r>
              <a:rPr lang="ru-RU" sz="2800" dirty="0" err="1"/>
              <a:t>fizika_na_otlichno</a:t>
            </a:r>
            <a:r>
              <a:rPr lang="ru-RU" sz="2800" dirty="0"/>
              <a:t> и внутри нее выполняет эту команду. Все, теперь это не просто папка, а хранилище с историей.</a:t>
            </a:r>
          </a:p>
          <a:p>
            <a:r>
              <a:rPr lang="ru-RU" sz="2800" dirty="0"/>
              <a:t>•	</a:t>
            </a:r>
            <a:r>
              <a:rPr lang="ru-RU" sz="2800" dirty="0" err="1"/>
              <a:t>git</a:t>
            </a:r>
            <a:r>
              <a:rPr lang="ru-RU" sz="2800" dirty="0"/>
              <a:t> </a:t>
            </a:r>
            <a:r>
              <a:rPr lang="ru-RU" sz="2800" dirty="0" err="1"/>
              <a:t>status</a:t>
            </a:r>
            <a:r>
              <a:rPr lang="ru-RU" sz="2800" dirty="0"/>
              <a:t> – "Что по билетам?": Леха вводит команду и видит: "bilet_25.md - изменен. bilet_26.md - добавлен в папку 'На проверку'. bilet_27.md - </a:t>
            </a:r>
            <a:r>
              <a:rPr lang="ru-RU" sz="2800" dirty="0" err="1"/>
              <a:t>неотслеживаемый</a:t>
            </a:r>
            <a:r>
              <a:rPr lang="ru-RU" sz="2800" dirty="0"/>
              <a:t> файл (ты его создал, но пока не смотрим)".</a:t>
            </a:r>
          </a:p>
          <a:p>
            <a:pPr marL="0" indent="0">
              <a:buNone/>
            </a:pPr>
            <a:endParaRPr lang="ru-RU" sz="28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250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•	</a:t>
            </a:r>
            <a:r>
              <a:rPr lang="ru-RU" sz="2800" dirty="0" err="1"/>
              <a:t>git</a:t>
            </a:r>
            <a:r>
              <a:rPr lang="ru-RU" sz="2800" dirty="0"/>
              <a:t> </a:t>
            </a:r>
            <a:r>
              <a:rPr lang="ru-RU" sz="2800" dirty="0" err="1"/>
              <a:t>add</a:t>
            </a:r>
            <a:r>
              <a:rPr lang="ru-RU" sz="2800" dirty="0"/>
              <a:t> bilet_25.md – "Этот билет готов, кладу на проверку".</a:t>
            </a:r>
          </a:p>
          <a:p>
            <a:r>
              <a:rPr lang="ru-RU" sz="2800" dirty="0"/>
              <a:t>•	</a:t>
            </a:r>
            <a:r>
              <a:rPr lang="ru-RU" sz="2800" dirty="0" err="1"/>
              <a:t>git</a:t>
            </a:r>
            <a:r>
              <a:rPr lang="ru-RU" sz="2800" dirty="0"/>
              <a:t> </a:t>
            </a:r>
            <a:r>
              <a:rPr lang="ru-RU" sz="2800" dirty="0" err="1"/>
              <a:t>commit</a:t>
            </a:r>
            <a:r>
              <a:rPr lang="ru-RU" sz="2800" dirty="0"/>
              <a:t> -m "Сделал билет 25, устал как собака" – "Сдать в архив".</a:t>
            </a:r>
          </a:p>
          <a:p>
            <a:pPr marL="0" indent="0">
              <a:buNone/>
            </a:pPr>
            <a:endParaRPr lang="ru-RU" sz="28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450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33863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git log – "</a:t>
            </a:r>
            <a:r>
              <a:rPr lang="ru-RU" sz="2000" dirty="0"/>
              <a:t>Посмотреть историю, кто что сдал": Леха вводит и видит: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commit &lt;</a:t>
            </a:r>
            <a:r>
              <a:rPr lang="ru-RU" sz="2000" dirty="0" err="1"/>
              <a:t>длинный_хэш_коммита_Светы</a:t>
            </a:r>
            <a:r>
              <a:rPr lang="ru-RU" sz="2000" dirty="0"/>
              <a:t>&gt;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Author: </a:t>
            </a:r>
            <a:r>
              <a:rPr lang="ru-RU" sz="2000" dirty="0"/>
              <a:t>Святослав &lt;</a:t>
            </a:r>
            <a:r>
              <a:rPr lang="en-US" sz="2000" dirty="0"/>
              <a:t>sveta@email.com&gt;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Date:   Mon Sep 1 15:30:00 2025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    </a:t>
            </a:r>
            <a:r>
              <a:rPr lang="ru-RU" sz="2000" dirty="0"/>
              <a:t>Полностью расписала билеты 1-5. Уравнения Максвелла - огонь.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commit &lt;</a:t>
            </a:r>
            <a:r>
              <a:rPr lang="ru-RU" sz="2000" dirty="0" err="1"/>
              <a:t>длинный_хэш_коммита_Лехи</a:t>
            </a:r>
            <a:r>
              <a:rPr lang="ru-RU" sz="2000" dirty="0"/>
              <a:t>&gt;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Author: </a:t>
            </a:r>
            <a:r>
              <a:rPr lang="en-US" sz="2000" dirty="0" err="1"/>
              <a:t>Lekha</a:t>
            </a:r>
            <a:r>
              <a:rPr lang="en-US" sz="2000" dirty="0"/>
              <a:t> &lt;lekha@email.com&gt;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Date:   Mon Sep 1 14:00:00 2025</a:t>
            </a:r>
            <a:endParaRPr lang="ru-RU" sz="2000" dirty="0"/>
          </a:p>
          <a:p>
            <a:pPr>
              <a:lnSpc>
                <a:spcPct val="100000"/>
              </a:lnSpc>
            </a:pPr>
            <a:r>
              <a:rPr lang="ru-RU" sz="2000" dirty="0"/>
              <a:t>Начал делать билеты 25-30. Добавил пустые файлы</a:t>
            </a:r>
            <a:endParaRPr lang="en-US" sz="20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83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256683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dirty="0"/>
              <a:t>1.	</a:t>
            </a:r>
            <a:r>
              <a:rPr lang="ru-RU" sz="2000" dirty="0" err="1"/>
              <a:t>git</a:t>
            </a:r>
            <a:r>
              <a:rPr lang="ru-RU" sz="2000" dirty="0"/>
              <a:t> </a:t>
            </a:r>
            <a:r>
              <a:rPr lang="ru-RU" sz="2000" dirty="0" err="1"/>
              <a:t>clone</a:t>
            </a:r>
            <a:r>
              <a:rPr lang="ru-RU" sz="2000" dirty="0"/>
              <a:t> &lt;URL&gt; – "Скачать все готовые билеты"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2.	</a:t>
            </a:r>
            <a:r>
              <a:rPr lang="ru-RU" sz="2000" dirty="0" err="1"/>
              <a:t>git</a:t>
            </a:r>
            <a:r>
              <a:rPr lang="ru-RU" sz="2000" dirty="0"/>
              <a:t> </a:t>
            </a:r>
            <a:r>
              <a:rPr lang="ru-RU" sz="2000" dirty="0" err="1"/>
              <a:t>pull</a:t>
            </a:r>
            <a:r>
              <a:rPr lang="ru-RU" sz="2000" dirty="0"/>
              <a:t> – "Синхронизироваться": 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3.	</a:t>
            </a:r>
            <a:r>
              <a:rPr lang="ru-RU" sz="2000" dirty="0" err="1"/>
              <a:t>git</a:t>
            </a:r>
            <a:r>
              <a:rPr lang="ru-RU" sz="2000" dirty="0"/>
              <a:t> </a:t>
            </a:r>
            <a:r>
              <a:rPr lang="ru-RU" sz="2000" dirty="0" err="1"/>
              <a:t>push</a:t>
            </a:r>
            <a:r>
              <a:rPr lang="ru-RU" sz="2000" dirty="0"/>
              <a:t> – "Загрузить мои готовые билеты на </a:t>
            </a:r>
            <a:r>
              <a:rPr lang="ru-RU" sz="2000" dirty="0" err="1"/>
              <a:t>GitHub</a:t>
            </a:r>
            <a:r>
              <a:rPr lang="ru-RU" sz="2000" dirty="0"/>
              <a:t>":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6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Ветвление: Гениальная фича для спорных вопросов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256683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Света говорит: "Я попробую свой вариант, но не буду трогать основной." Она создает "альтернативную реальность" (ветку): </a:t>
            </a:r>
            <a:r>
              <a:rPr lang="ru-RU" sz="2000" b="1" dirty="0" err="1"/>
              <a:t>git</a:t>
            </a:r>
            <a:r>
              <a:rPr lang="ru-RU" sz="2000" b="1" dirty="0"/>
              <a:t> </a:t>
            </a:r>
            <a:r>
              <a:rPr lang="ru-RU" sz="2000" b="1" dirty="0" err="1"/>
              <a:t>branch</a:t>
            </a:r>
            <a:r>
              <a:rPr lang="ru-RU" sz="2000" b="1" dirty="0"/>
              <a:t> </a:t>
            </a:r>
            <a:r>
              <a:rPr lang="ru-RU" sz="2000" b="1" dirty="0" err="1"/>
              <a:t>sveta-hardcore-mode</a:t>
            </a:r>
            <a:endParaRPr lang="ru-RU" sz="2000" b="1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Она переключается в нее: </a:t>
            </a:r>
            <a:r>
              <a:rPr lang="ru-RU" sz="2000" b="1" dirty="0" err="1"/>
              <a:t>git</a:t>
            </a:r>
            <a:r>
              <a:rPr lang="ru-RU" sz="2000" b="1" dirty="0"/>
              <a:t> </a:t>
            </a:r>
            <a:r>
              <a:rPr lang="ru-RU" sz="2000" b="1" dirty="0" err="1"/>
              <a:t>checkout</a:t>
            </a:r>
            <a:r>
              <a:rPr lang="ru-RU" sz="2000" b="1" dirty="0"/>
              <a:t> </a:t>
            </a:r>
            <a:r>
              <a:rPr lang="ru-RU" sz="2000" b="1" dirty="0" err="1"/>
              <a:t>sveta-hardcore-mode</a:t>
            </a:r>
            <a:endParaRPr lang="ru-RU" sz="2000" b="1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ru-RU" sz="2000" dirty="0"/>
              <a:t>Вариант А: Вариант Светы оказался шикарным.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ru-RU" sz="2000" dirty="0"/>
              <a:t>Вариант Б: Вариант Светы оказался слишком сложным.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349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/>
              <a:t>А как правильно слияние делать?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Действие 1: Работа Светы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-----------------------------------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# Билет 10: Законы Ньютона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**Законы Ньютона** — это три важнейших закона классической механики, которые позволяют записать уравнения движения для любой механической системы.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-----------------------------------------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1.	git add bilet_10_zakony_nyutona.md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2.	git commit -m "</a:t>
            </a:r>
            <a:r>
              <a:rPr lang="ru-RU" sz="2000" dirty="0"/>
              <a:t>Добавила определение к законам Ньютона в билет 10"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3.	</a:t>
            </a:r>
            <a:r>
              <a:rPr lang="en-US" sz="2000" dirty="0"/>
              <a:t>git push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069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/>
              <a:t>А как правильно слияние делать?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Действие 2: Работа Лехи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-----------------------------------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# Билет 10: Законы Ньютона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Короче, первый закон - это когда ты едешь в автобусе, он тормозит, а ты летишь вперед.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-----------------------------------------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1.	git add bilet_10_zakony_nyutona.md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2.	git commit -m "</a:t>
            </a:r>
            <a:r>
              <a:rPr lang="ru-RU" sz="2000" dirty="0"/>
              <a:t>Накидал пример для первого закона в 10 билете"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3.	</a:t>
            </a:r>
            <a:r>
              <a:rPr lang="en-US" sz="2000" dirty="0"/>
              <a:t>git push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805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/>
              <a:t>А как правильно слияние делать?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Действие 3: Судный день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 err="1"/>
              <a:t>Git</a:t>
            </a:r>
            <a:r>
              <a:rPr lang="ru-RU" sz="2000" dirty="0"/>
              <a:t> ему говорит: “</a:t>
            </a:r>
            <a:r>
              <a:rPr lang="en-US" sz="2000" dirty="0"/>
              <a:t>My boy</a:t>
            </a:r>
            <a:r>
              <a:rPr lang="ru-RU" sz="2000" dirty="0"/>
              <a:t>! На сервере уже есть изменения, которых у тебя нет. Сначала скачай их".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Леха – послушный мальчик. Он пишет: </a:t>
            </a:r>
            <a:r>
              <a:rPr lang="ru-RU" sz="2000" dirty="0" err="1"/>
              <a:t>git</a:t>
            </a:r>
            <a:r>
              <a:rPr lang="ru-RU" sz="2000" dirty="0"/>
              <a:t> </a:t>
            </a:r>
            <a:r>
              <a:rPr lang="ru-RU" sz="2000" dirty="0" err="1"/>
              <a:t>pull</a:t>
            </a:r>
            <a:r>
              <a:rPr lang="ru-RU" sz="20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И тут... 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779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/>
              <a:t>А как правильно слияние делать?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b="1" dirty="0"/>
              <a:t>БУМ!</a:t>
            </a:r>
            <a:r>
              <a:rPr lang="ru-RU" sz="2000" dirty="0"/>
              <a:t> </a:t>
            </a:r>
            <a:r>
              <a:rPr lang="en-US" sz="2000" dirty="0"/>
              <a:t>Git </a:t>
            </a:r>
            <a:r>
              <a:rPr lang="ru-RU" sz="2000" dirty="0"/>
              <a:t>орет на него в консоли: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Auto-merging bilet_10_zakony_nyutona.md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CONFLICT (content): Merge conflict in bilet_10_zakony_nyutona.md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Automatic merge failed; fix conflicts and then commit the result.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8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/>
              <a:t>А как правильно слияние делать?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# Билет 10: Законы Ньютона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&lt;&lt;&lt;&lt;&lt;&lt;&lt; HEAD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Короче, первый закон - это когда ты едешь в автобусе, он тормозит, а ты летишь вперед.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=======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**Законы Ньютона** — это три важнейших закона классической механики, которые позволяют записать уравнения движения для любой механической системы.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&gt;&gt;&gt;&gt;&gt;&gt;&gt; a1b2c3d4e5f6... (хэш коммита Светы)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304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/>
              <a:t>А как правильно слияние делать?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# Билет 10: Законы Ньютона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**Законы Ньютона** — это три важнейших закона классической механики, которые позволяют записать уравнения движения для любой механической системы.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Например, первый закон - это когда ты едешь в автобусе, он резко тормозит, а ты по инерции продолжаешь лететь вперед.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533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/>
              <a:t>А как правильно слияние делать?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1.	git add bilet_10_zakony_nyutona.md</a:t>
            </a: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2.	</a:t>
            </a:r>
            <a:r>
              <a:rPr lang="en-US" sz="2000" dirty="0"/>
              <a:t>git commit (</a:t>
            </a:r>
            <a:r>
              <a:rPr lang="ru-RU" sz="2000" dirty="0"/>
              <a:t>Можно без -</a:t>
            </a:r>
            <a:r>
              <a:rPr lang="en-US" sz="2000" dirty="0"/>
              <a:t>m. Git </a:t>
            </a:r>
            <a:r>
              <a:rPr lang="ru-RU" sz="2000" dirty="0"/>
              <a:t>сам откроет редактор и предложит сообщение типа "</a:t>
            </a:r>
            <a:r>
              <a:rPr lang="en-US" sz="2000" dirty="0"/>
              <a:t>Merge branch 'main' of ...". </a:t>
            </a:r>
            <a:r>
              <a:rPr lang="ru-RU" sz="2000" dirty="0"/>
              <a:t>Этого достаточно.)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3.	</a:t>
            </a:r>
            <a:r>
              <a:rPr lang="en-US" sz="2000" dirty="0"/>
              <a:t>git push.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 err="1"/>
              <a:t>Пулл-Реквест</a:t>
            </a:r>
            <a:r>
              <a:rPr lang="ru-RU" dirty="0"/>
              <a:t>. Цивилизованный способ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Pull Requests (PR)</a:t>
            </a:r>
            <a:r>
              <a:rPr lang="en-US" sz="2000" dirty="0"/>
              <a:t> </a:t>
            </a:r>
            <a:r>
              <a:rPr lang="en-US" sz="2000" dirty="0" err="1"/>
              <a:t>или</a:t>
            </a:r>
            <a:r>
              <a:rPr lang="en-US" sz="2000" dirty="0"/>
              <a:t> </a:t>
            </a:r>
            <a:r>
              <a:rPr lang="en-US" sz="2000" b="1" dirty="0"/>
              <a:t>Merge Requests (MR)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Новое правило игры: Никто не пушит напрямую в </a:t>
            </a:r>
            <a:r>
              <a:rPr lang="ru-RU" sz="2000" dirty="0" err="1"/>
              <a:t>main</a:t>
            </a:r>
            <a:r>
              <a:rPr lang="ru-RU" sz="2000" dirty="0"/>
              <a:t>. </a:t>
            </a:r>
            <a:r>
              <a:rPr lang="ru-RU" sz="2000" b="1" dirty="0"/>
              <a:t>Ветка </a:t>
            </a:r>
            <a:r>
              <a:rPr lang="ru-RU" sz="2000" b="1" dirty="0" err="1"/>
              <a:t>main</a:t>
            </a:r>
            <a:r>
              <a:rPr lang="ru-RU" sz="2000" b="1" dirty="0"/>
              <a:t> – священна.</a:t>
            </a:r>
            <a:endParaRPr lang="en-US" sz="2000" b="1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75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 err="1"/>
              <a:t>Пулл-Реквест</a:t>
            </a:r>
            <a:r>
              <a:rPr lang="ru-RU" dirty="0"/>
              <a:t>. Цивилизованный способ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AutoNum type="arabicPeriod"/>
            </a:pPr>
            <a:r>
              <a:rPr lang="ru-RU" sz="2000" dirty="0"/>
              <a:t>Леха создает свою ветку: </a:t>
            </a:r>
            <a:r>
              <a:rPr lang="en-US" sz="2000" dirty="0"/>
              <a:t>git checkout -b </a:t>
            </a:r>
            <a:r>
              <a:rPr lang="en-US" sz="2000" dirty="0" err="1"/>
              <a:t>lekha</a:t>
            </a:r>
            <a:r>
              <a:rPr lang="en-US" sz="2000" dirty="0"/>
              <a:t>-</a:t>
            </a:r>
            <a:r>
              <a:rPr lang="en-US" sz="2000" dirty="0" err="1"/>
              <a:t>nyuton</a:t>
            </a:r>
            <a:r>
              <a:rPr lang="en-US" sz="2000" dirty="0"/>
              <a:t>-example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ru-RU" sz="2000" dirty="0"/>
              <a:t>Он делает свою работу в этой ветке, </a:t>
            </a:r>
            <a:r>
              <a:rPr lang="en-US" sz="2000" dirty="0"/>
              <a:t>git add, git commit</a:t>
            </a:r>
            <a:endParaRPr lang="ru-RU" sz="2000" dirty="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dirty="0"/>
              <a:t>git push origin </a:t>
            </a:r>
            <a:r>
              <a:rPr lang="en-US" sz="2000" dirty="0" err="1"/>
              <a:t>lekha</a:t>
            </a:r>
            <a:r>
              <a:rPr lang="en-US" sz="2000" dirty="0"/>
              <a:t>-</a:t>
            </a:r>
            <a:r>
              <a:rPr lang="en-US" sz="2000" dirty="0" err="1"/>
              <a:t>nyuton</a:t>
            </a:r>
            <a:r>
              <a:rPr lang="en-US" sz="2000" dirty="0"/>
              <a:t>-example</a:t>
            </a:r>
            <a:endParaRPr lang="ru-RU" sz="2000" dirty="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dirty="0"/>
              <a:t>Create a Pull Request</a:t>
            </a:r>
            <a:endParaRPr lang="ru-RU" sz="2000" dirty="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ru-RU" sz="2000" dirty="0"/>
              <a:t>Леха нажимает. Открывается форма, где он пишет:</a:t>
            </a:r>
          </a:p>
          <a:p>
            <a:pPr marL="749808" lvl="1" indent="-457200">
              <a:buFont typeface="+mj-lt"/>
              <a:buAutoNum type="arabicPeriod"/>
            </a:pPr>
            <a:r>
              <a:rPr lang="ru-RU" sz="1800" dirty="0"/>
              <a:t>Заголовок: "Добавил пример к билету 10"</a:t>
            </a:r>
          </a:p>
          <a:p>
            <a:pPr marL="749808" lvl="1" indent="-457200">
              <a:buFont typeface="+mj-lt"/>
              <a:buAutoNum type="arabicPeriod"/>
            </a:pPr>
            <a:r>
              <a:rPr lang="ru-RU" sz="1800" dirty="0"/>
              <a:t>Описание: "Эй, @Sveta, я тут накидал простой пример для первого закона. Глянь, </a:t>
            </a:r>
            <a:r>
              <a:rPr lang="ru-RU" sz="1800" dirty="0" err="1"/>
              <a:t>плз</a:t>
            </a:r>
            <a:r>
              <a:rPr lang="ru-RU" sz="1800" dirty="0"/>
              <a:t>, норм или да? Может, как-то по-другому сформулировать?"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0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140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29096-2EB2-14B6-8628-899910AE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22495" cy="1450757"/>
          </a:xfrm>
        </p:spPr>
        <p:txBody>
          <a:bodyPr/>
          <a:lstStyle/>
          <a:p>
            <a:r>
              <a:rPr lang="ru-RU" dirty="0" err="1"/>
              <a:t>Пулл-Реквест</a:t>
            </a:r>
            <a:r>
              <a:rPr lang="ru-RU" dirty="0"/>
              <a:t>. Цивилизованный способ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3A1F2-BB3F-EB66-A46D-F1600084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4086536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AutoNum type="arabicPeriod"/>
            </a:pPr>
            <a:r>
              <a:rPr lang="ru-RU" sz="2000" dirty="0"/>
              <a:t>Все изменения, которые сделал Леха (подсвеченные зеленым).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ru-RU" sz="2000" dirty="0"/>
              <a:t>Она может оставить комментарий к любой строчке кода: "Леха, пример про автобус – огонь, но давай добавим слово 'резко', так будет понятнее".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ru-RU" sz="2000" dirty="0"/>
              <a:t>Главное: </a:t>
            </a:r>
            <a:r>
              <a:rPr lang="ru-RU" sz="2000" dirty="0" err="1"/>
              <a:t>GitHub</a:t>
            </a:r>
            <a:r>
              <a:rPr lang="ru-RU" sz="2000" dirty="0"/>
              <a:t> автоматически проверяет, можно ли слить эту ветку с </a:t>
            </a:r>
            <a:r>
              <a:rPr lang="ru-RU" sz="2000" dirty="0" err="1"/>
              <a:t>main</a:t>
            </a:r>
            <a:r>
              <a:rPr lang="ru-RU" sz="2000" dirty="0"/>
              <a:t> без конфликтов. Если Света за это время ничего не пушила в </a:t>
            </a:r>
            <a:r>
              <a:rPr lang="ru-RU" sz="2000" dirty="0" err="1"/>
              <a:t>main</a:t>
            </a:r>
            <a:r>
              <a:rPr lang="ru-RU" sz="2000" dirty="0"/>
              <a:t>, </a:t>
            </a:r>
            <a:r>
              <a:rPr lang="ru-RU" sz="2000" dirty="0" err="1"/>
              <a:t>GitHub</a:t>
            </a:r>
            <a:r>
              <a:rPr lang="ru-RU" sz="2000" dirty="0"/>
              <a:t> покажет зеленую галочку "</a:t>
            </a:r>
            <a:r>
              <a:rPr lang="ru-RU" sz="2000" dirty="0" err="1"/>
              <a:t>Able</a:t>
            </a:r>
            <a:r>
              <a:rPr lang="ru-RU" sz="2000" dirty="0"/>
              <a:t> </a:t>
            </a:r>
            <a:r>
              <a:rPr lang="ru-RU" sz="2000" dirty="0" err="1"/>
              <a:t>to</a:t>
            </a:r>
            <a:r>
              <a:rPr lang="ru-RU" sz="2000" dirty="0"/>
              <a:t> </a:t>
            </a:r>
            <a:r>
              <a:rPr lang="ru-RU" sz="2000" dirty="0" err="1"/>
              <a:t>merge</a:t>
            </a:r>
            <a:r>
              <a:rPr lang="ru-RU" sz="2000" dirty="0"/>
              <a:t>".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ru-RU" sz="2000" dirty="0"/>
              <a:t>один из них нажимает большую зеленую кнопку "</a:t>
            </a:r>
            <a:r>
              <a:rPr lang="ru-RU" sz="2000" dirty="0" err="1"/>
              <a:t>Merge</a:t>
            </a:r>
            <a:r>
              <a:rPr lang="ru-RU" sz="2000" dirty="0"/>
              <a:t> Pull </a:t>
            </a:r>
            <a:r>
              <a:rPr lang="ru-RU" sz="2000" dirty="0" err="1"/>
              <a:t>Request</a:t>
            </a:r>
            <a:r>
              <a:rPr lang="ru-RU" sz="2000" dirty="0"/>
              <a:t>«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ru-RU" sz="2000" dirty="0"/>
              <a:t>Гит сам вольет изменения, ветку </a:t>
            </a:r>
            <a:r>
              <a:rPr lang="en-US" sz="2000" dirty="0" err="1"/>
              <a:t>lekha</a:t>
            </a:r>
            <a:r>
              <a:rPr lang="en-US" sz="2000" dirty="0"/>
              <a:t>-</a:t>
            </a:r>
            <a:r>
              <a:rPr lang="en-US" sz="2000" dirty="0" err="1"/>
              <a:t>nyuton</a:t>
            </a:r>
            <a:r>
              <a:rPr lang="en-US" sz="2000" dirty="0"/>
              <a:t>-example </a:t>
            </a:r>
            <a:r>
              <a:rPr lang="ru-RU" sz="2000" dirty="0"/>
              <a:t>можно удалить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0898-2556-96F8-1C86-6F1FD81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02.09.2025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2429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{715CD208-23D4-4434-96ED-AF36C42DB34B}tf56160789_win32</Template>
  <TotalTime>59</TotalTime>
  <Words>1169</Words>
  <Application>Microsoft Office PowerPoint</Application>
  <PresentationFormat>Широкоэкранный</PresentationFormat>
  <Paragraphs>130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Arial</vt:lpstr>
      <vt:lpstr>Bookman Old Style</vt:lpstr>
      <vt:lpstr>Calibri</vt:lpstr>
      <vt:lpstr>Franklin Gothic Book</vt:lpstr>
      <vt:lpstr>Times New Roman</vt:lpstr>
      <vt:lpstr>Wingdings</vt:lpstr>
      <vt:lpstr>Пользовательские</vt:lpstr>
      <vt:lpstr>Вводная лекция по ПИОГИ</vt:lpstr>
      <vt:lpstr>Презентация PowerPoint</vt:lpstr>
      <vt:lpstr>Что было \ что будет?</vt:lpstr>
      <vt:lpstr>Контроль версий</vt:lpstr>
      <vt:lpstr>Что такое</vt:lpstr>
      <vt:lpstr>Что такое</vt:lpstr>
      <vt:lpstr>Что такое</vt:lpstr>
      <vt:lpstr>Что такое</vt:lpstr>
      <vt:lpstr>Что такое</vt:lpstr>
      <vt:lpstr>Что такое</vt:lpstr>
      <vt:lpstr>Что такое</vt:lpstr>
      <vt:lpstr>Ветвление: Гениальная фича для спорных вопросов</vt:lpstr>
      <vt:lpstr>А как правильно слияние делать?</vt:lpstr>
      <vt:lpstr>А как правильно слияние делать?</vt:lpstr>
      <vt:lpstr>А как правильно слияние делать?</vt:lpstr>
      <vt:lpstr>А как правильно слияние делать?</vt:lpstr>
      <vt:lpstr>А как правильно слияние делать?</vt:lpstr>
      <vt:lpstr>А как правильно слияние делать?</vt:lpstr>
      <vt:lpstr>А как правильно слияние делать?</vt:lpstr>
      <vt:lpstr>Пулл-Реквест. Цивилизованный способ</vt:lpstr>
      <vt:lpstr>Пулл-Реквест. Цивилизованный способ</vt:lpstr>
      <vt:lpstr>Пулл-Реквест. Цивилизованный способ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Фоменко</dc:creator>
  <cp:lastModifiedBy>Алексей Фоменко</cp:lastModifiedBy>
  <cp:revision>2</cp:revision>
  <dcterms:created xsi:type="dcterms:W3CDTF">2025-09-01T18:07:33Z</dcterms:created>
  <dcterms:modified xsi:type="dcterms:W3CDTF">2025-09-01T19:07:24Z</dcterms:modified>
</cp:coreProperties>
</file>